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9"/>
  </p:notesMasterIdLst>
  <p:sldIdLst>
    <p:sldId id="256" r:id="rId2"/>
    <p:sldId id="263" r:id="rId3"/>
    <p:sldId id="257" r:id="rId4"/>
    <p:sldId id="258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CFF572-1897-4884-892F-8A23F93BF5AF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CDDA1-394C-422B-B990-E9ECB52E80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18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CDDA1-394C-422B-B990-E9ECB52E80F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166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418945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94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60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7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5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0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01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0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6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9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24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9973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92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086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623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6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0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258" y="150830"/>
            <a:ext cx="6947127" cy="3488266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of Student Opinions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383384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Idea Pitch</a:t>
            </a:r>
          </a:p>
          <a:p>
            <a:pPr algn="ctr"/>
            <a:r>
              <a:rPr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2025–26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B2416D-4AE7-24DC-411C-AEEFF381D8C2}"/>
              </a:ext>
            </a:extLst>
          </p:cNvPr>
          <p:cNvSpPr txBox="1">
            <a:spLocks/>
          </p:cNvSpPr>
          <p:nvPr/>
        </p:nvSpPr>
        <p:spPr>
          <a:xfrm>
            <a:off x="2532668" y="5474616"/>
            <a:ext cx="6400800" cy="138338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Member’s: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Sahas Bochare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Sadaf Asar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A4356-9842-64DC-C847-C921A76B9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B18F-C67B-B620-4319-F8B0DA2E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2" y="278092"/>
            <a:ext cx="7704667" cy="1390453"/>
          </a:xfrm>
        </p:spPr>
        <p:txBody>
          <a:bodyPr>
            <a:normAutofit/>
          </a:bodyPr>
          <a:lstStyle/>
          <a:p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7819-E09F-D916-72E1-7A6CCF516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687399"/>
            <a:ext cx="7704667" cy="4392890"/>
          </a:xfrm>
        </p:spPr>
        <p:txBody>
          <a:bodyPr>
            <a:no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feedback data is widely collected but rarely analyzed in a structured way. Raw survey responses are difficult to interpret without proper analysis.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problem was selected because it represents a real-world academic challenge where data exists but insights are missing.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Exploratory Data Analysis (EDA), this project transforms student opinion data into meaningful patterns and insights to support data-driven decision making.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2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0"/>
            <a:ext cx="7704667" cy="1550708"/>
          </a:xfrm>
        </p:spPr>
        <p:txBody>
          <a:bodyPr>
            <a:normAutofit/>
          </a:bodyPr>
          <a:lstStyle/>
          <a:p>
            <a:r>
              <a:rPr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50708"/>
            <a:ext cx="7704667" cy="4322191"/>
          </a:xfrm>
        </p:spPr>
        <p:txBody>
          <a:bodyPr>
            <a:no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opinions are collected but rarely analyzed in a structured manner.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survey data is difficult to interpret without analysis.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 are often based on assumptions instead of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analysis of student feedback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decision-making using simple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69562"/>
          </a:xfrm>
        </p:spPr>
        <p:txBody>
          <a:bodyPr>
            <a:normAutofit/>
          </a:bodyPr>
          <a:lstStyle/>
          <a:p>
            <a:r>
              <a:rPr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26763"/>
            <a:ext cx="7704667" cy="39730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 responses using Google Forms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and process data using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 &amp; Organization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(EDA)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Insight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97842"/>
          </a:xfrm>
        </p:spPr>
        <p:txBody>
          <a:bodyPr>
            <a:normAutofit/>
          </a:bodyPr>
          <a:lstStyle/>
          <a:p>
            <a:r>
              <a:rPr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51348"/>
            <a:ext cx="7704667" cy="3944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understanding of student opinions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trends and patterns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analytical thinking</a:t>
            </a:r>
          </a:p>
          <a:p>
            <a:pPr marL="0" indent="0">
              <a:buNone/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D7C5D-AACF-1688-CBA6-C0E527C5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783D-CEA6-D657-FBDB-4E00931B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9045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2EAEB-AD79-F4FE-33CF-473241B53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1152427"/>
            <a:ext cx="7704667" cy="39781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feedback analysis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opinion studies</a:t>
            </a:r>
          </a:p>
          <a:p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and academic surveys</a:t>
            </a:r>
          </a:p>
        </p:txBody>
      </p:sp>
    </p:spTree>
    <p:extLst>
      <p:ext uri="{BB962C8B-B14F-4D97-AF65-F5344CB8AC3E}">
        <p14:creationId xmlns:p14="http://schemas.microsoft.com/office/powerpoint/2010/main" val="117263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468F-F326-8A9B-D0F3-6E2354CD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779B7-7AFD-FF24-C083-E6042839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056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E701D-2C08-07EB-2580-B4594D8F1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762812"/>
            <a:ext cx="7794222" cy="3940404"/>
          </a:xfrm>
        </p:spPr>
        <p:txBody>
          <a:bodyPr>
            <a:norm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helps convert raw student feedback into meaningful insights.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data-driven decision making in education.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tools can be effectively used for practical data analysis.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2413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129</TotalTime>
  <Words>250</Words>
  <Application>Microsoft Office PowerPoint</Application>
  <PresentationFormat>On-screen Show (4:3)</PresentationFormat>
  <Paragraphs>41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Corbel</vt:lpstr>
      <vt:lpstr>Times New Roman</vt:lpstr>
      <vt:lpstr>Parallax</vt:lpstr>
      <vt:lpstr>Exploratory Data Analysis of Student Opinions</vt:lpstr>
      <vt:lpstr>Introduction</vt:lpstr>
      <vt:lpstr>Problem Statement &amp; Need</vt:lpstr>
      <vt:lpstr>Proposed Solution &amp; Methodology</vt:lpstr>
      <vt:lpstr>Expected Outcomes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Sahas Bochare</dc:creator>
  <cp:keywords/>
  <dc:description>generated using python-pptx</dc:description>
  <cp:lastModifiedBy>sahas bochare</cp:lastModifiedBy>
  <cp:revision>14</cp:revision>
  <dcterms:created xsi:type="dcterms:W3CDTF">2013-01-27T09:14:16Z</dcterms:created>
  <dcterms:modified xsi:type="dcterms:W3CDTF">2026-01-13T09:03:10Z</dcterms:modified>
  <cp:category/>
</cp:coreProperties>
</file>